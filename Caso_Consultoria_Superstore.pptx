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3657600" cy="45720"/>
          </a:xfrm>
          <a:prstGeom prst="rect">
            <a:avLst/>
          </a:prstGeom>
          <a:solidFill>
            <a:srgbClr val="5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ANÁLISIS DE RENTABILIDAD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DB8A0"/>
                </a:solidFill>
              </a:rPr>
              <a:t>Sample Superstore — Caso de Consultoría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Período analizado: 2014 — 2017  |  Proyección: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Preparado por: Leo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RESUMEN EJECUTIVO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5D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DB8A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Furniture destruye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3864"/>
                </a:solidFill>
              </a:rPr>
              <a:t>Margen de solo 2.5% vs 17% de Technology y Office Supplies. Tables y Bookcases operan con margen negativo.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8872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5D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DB8A0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Descuentos &gt;20% generan pérdida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3864"/>
                </a:solidFill>
              </a:rPr>
              <a:t>El 14% de las transacciones supera el umbral del 20% de descuento, acumulando pérdidas significativas.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18872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5D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DB8A0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Crecimiento sólido proyectado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8346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3864"/>
                </a:solidFill>
              </a:rPr>
              <a:t>Revenue creció 50% en 4 años. Forecast 2018: $819K con crecimiento esperado del 11.7%.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CONTEXTO DEL NEGOCIO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$2.3M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DB8A0"/>
                </a:solidFill>
              </a:rPr>
              <a:t>Ventas Totales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2014 — 2017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743200" cy="228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$286K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DB8A0"/>
                </a:solidFill>
              </a:rPr>
              <a:t>Profit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12.5% de margen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743200" cy="228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5,009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DB8A0"/>
                </a:solidFill>
              </a:rPr>
              <a:t>Órdenes Únicas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4 años de operación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743200" cy="228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793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DB8A0"/>
                </a:solidFill>
              </a:rPr>
              <a:t>Clientes Únicos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3 segmentos de mercado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RENTABILIDAD POR CATEGORÍA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margen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57A"/>
                </a:solidFill>
              </a:rPr>
              <a:t>⚠ Furniture opera con margen crítico de 2.5% — requiere acción inmediata.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SUB-CATEGORÍAS QUE DESTRUYEN VALOR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sub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57A"/>
                </a:solidFill>
              </a:rPr>
              <a:t>⚠ Tables, Bookcases y Supplies operan con margen negativo.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RECOMENDACIONES ESTRATÉGICAS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DB8A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Revisar línea Furniture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Tables y Bookcases operan con margen negativo. Evaluar discontinuación o renegociación de costos con proveedores.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0972800" cy="109728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DB8A0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Implementar techo de descuentos al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Descuentos mayores al 20% generan pérdida promedio por transacción. Requerir aprobación gerencial para excepciones.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0972800" cy="109728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DB8A0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Impulsar Office Supplies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Margen del 17% con bajo costo operativo. Aumentar su participación en el mix de ventas para mejorar rentabilidad global.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199"/>
            <a:ext cx="10972800" cy="109728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39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DB8A0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Preparar operación para 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Forecast 2018 proyecta pico en noviembre-diciembre. Anticipar inventario y recursos para capturar demanda estacional.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